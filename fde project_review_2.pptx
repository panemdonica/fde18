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verify the citation details against the original papers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Developer Analytics Platform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- 2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- 4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Number: 18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Donica Panem		2420030655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Akhila Mulukutla		2420030433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14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N. Shirisha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600" dirty="0"/>
          </a:p>
        </p:txBody>
      </p:sp>
      <p:pic>
        <p:nvPicPr>
          <p:cNvPr id="8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1800" y="5394960"/>
            <a:ext cx="3200400" cy="914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the Presentation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97280" y="137160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371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97280" y="214884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148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97280" y="2926080"/>
            <a:ext cx="502920" cy="5029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926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Discovery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public repositories by keyword and browse popular ones (stars &gt; 1000).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commits, pull requests and issues from the GitHub REST API with pagination.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fields, handle missing values, convert timestamps and load into SQLite.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Refresh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one repository without losing data of the others; true incremental loading is planned.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663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4800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Health Score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5440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frequency, contributors, PR closing time and issue resolution time combined into a 0–100 score.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4663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46320" y="4846320"/>
            <a:ext cx="457200" cy="4572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8463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40680" y="4800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4846320" y="5440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and Plotly views with adjustable weights and targets.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Gousios, "The GHTorrent dataset and tool suite", MSR 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 relational mirror of GitHub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infrastructure; bulk collection rather than on-demand analysis of a chosen repository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Kalliamvakou et al., "The promises and perils of mining GitHub", MSR 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pitfalls of GitHub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repositories are inactive or personal; data can be incomplete or misleading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Gousios et al., "Work practices and challenges in pull-based development", ICSE 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Factors behind pull-request evaluation and merge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Survey-based findings; no reusable tool to measure them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Vasilescu et al., "Quality and productivity outcomes relating to continuous integration in GitHub", FSE 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CI to pull-request and productivity outcomes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study; not a continuously updated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CHAOSS Project, Community Health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definitions of open-source health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Definitions only; no ready single score or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Survey: How It Is Used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in literature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GitPulse overcomes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Heavy, bulk data collection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Fetches only the selected repository via the REST API into lightweight SQLite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ingest.py, load.py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or incomplete repositories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Popular-repository discovery and search; missing values handled during transformation; unavailable metrics excluded from the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ingest.py, transform.py, app.py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reusable tool for PR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PR closing-time metric with distribution chart (closing time used, as merged_at is not stored yet)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metrics.py, app.py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One-off, static studies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30 / 90-day windows and weekly trends, refreshable on 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metrics.py, app.py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without a summary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 0–100 Repository Health Score with adjustable weights and targets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health.py, app.py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"/>
            <a:ext cx="14630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repos, commits, pulls, issues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2801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280160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src/ingest.py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92240" y="12801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280160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src/transform.py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src/load.py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74720" y="2926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7472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pull_requests, issues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5720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572000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src/metrics.py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834640" y="4937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474720" y="45720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74720" y="4572000"/>
            <a:ext cx="2377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src/health.py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09360" y="45720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AF4FB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+ Plotly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4892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5897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flows left to right and top to bottom. Raw data stays outside version control; the GitHub token is read from .env.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2026-09-29T07:30:32Z</dcterms:created>
  <dcterms:modified xsi:type="dcterms:W3CDTF">2026-09-29T07:30:32Z</dcterms:modified>
</cp:coreProperties>
</file>