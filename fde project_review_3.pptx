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D0D0D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D0D0D"/>
                </a:solidFill>
                <a:latin typeface="Arial"/>
              </a:rPr>
              <a:t>Closed in the last 90 days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psf/requests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Avg PR closing time (h)</c:v>
                  </c:pt>
                  <c:pt idx="1">
                    <c:v>Avg issue resolution time (h)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28.3</c:v>
                </c:pt>
                <c:pt idx="1">
                  <c:v>21.5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pallets/flask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Avg PR closing time (h)</c:v>
                  </c:pt>
                  <c:pt idx="1">
                    <c:v>Avg issue resolution time (h)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54.5</c:v>
                </c:pt>
                <c:pt idx="1">
                  <c:v>78.6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8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Developer Analytics Platform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- 3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- 4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Number: 18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30175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Donica Panem		2420030655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Akhila Mulukutla		2420030433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114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N. Shirisha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</a:t>
            </a:r>
            <a:endParaRPr lang="en-US" sz="1600" dirty="0"/>
          </a:p>
        </p:txBody>
      </p:sp>
      <p:pic>
        <p:nvPicPr>
          <p:cNvPr id="8" name="Image 0" descr="log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71800" y="5394960"/>
            <a:ext cx="3200400" cy="9144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Koneru Lakshmaiah Education Foundation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228600"/>
            <a:ext cx="146304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of the Presentation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1097280" y="1371600"/>
            <a:ext cx="502920" cy="50292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828800" y="13716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097280" y="2148840"/>
            <a:ext cx="502920" cy="50292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972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21488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Architecture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097280" y="2926080"/>
            <a:ext cx="502920" cy="50292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9728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29260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Modern Tools and Technologies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1097280" y="3703320"/>
            <a:ext cx="502920" cy="50292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972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828800" y="37033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1097280" y="4480560"/>
            <a:ext cx="502920" cy="50292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828800" y="44805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Quality and Functionality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228600"/>
            <a:ext cx="146304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365760" y="118872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65760" y="1188720"/>
            <a:ext cx="182880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Extract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repos, fetch commits / PRs / issues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2194560" y="1691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560320" y="118872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560320" y="1188720"/>
            <a:ext cx="182880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Transform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fields, handle nulls, convert timestamps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389120" y="1691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54880" y="1188720"/>
            <a:ext cx="182880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Load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one repo in SQLite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1691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949440" y="118872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49440" y="1188720"/>
            <a:ext cx="182880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Analyze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90-day and weekly metrics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65760" y="283464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5760" y="2834640"/>
            <a:ext cx="26517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Visualize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KPIs and Plotly charts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017520" y="3246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383280" y="283464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383280" y="2834640"/>
            <a:ext cx="26517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0–100 score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206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components (default 25% each): </a:t>
            </a:r>
            <a:pPr indent="0" marL="0">
              <a:buNone/>
            </a:pPr>
            <a:r>
              <a:rPr lang="en-US" sz="14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vs 20 per week, contributors vs 15, PR closing time vs 72 h, issue resolution vs 168 h. Missing metrics are dropped and the remaining weights renormalized.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5257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pPr indent="0" marL="0">
              <a:buNone/>
            </a:pPr>
            <a:r>
              <a:rPr lang="en-US" sz="14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recent subset of activity (up to 5 pages of 100 records per data type), not a full historical copy.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228600"/>
            <a:ext cx="146304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Architecture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274320" y="1097280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74320" y="1097280"/>
            <a:ext cx="15087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REST API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783080" y="15087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011680" y="1097280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011680" y="1097280"/>
            <a:ext cx="15087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Layer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src/ingest.py, config.py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520440" y="15087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749040" y="1097280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749040" y="1097280"/>
            <a:ext cx="15087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Layer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transform.py, load.py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257800" y="15087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0" y="1097280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0" y="1097280"/>
            <a:ext cx="15087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Layer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via schema.sql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995160" y="15087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223760" y="1097280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223760" y="1097280"/>
            <a:ext cx="15087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Layer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health, app.py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65760" y="256032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EAF4FB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65760" y="2606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30632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 (PK)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46120" y="256032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EAF4FB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246120" y="2606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pull_requests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429000" y="30632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(PK)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closed_at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126480" y="256032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EAF4FB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126480" y="2606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309360" y="30632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(PK)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closed_at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comments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5440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are linked by the repo column. A repository refresh replaces only that repository’s rows, so other analyzed repositories are preserved.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228600"/>
            <a:ext cx="146304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Tools and Technologies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234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ETL, processing and analytics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09728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46320" y="1280160"/>
            <a:ext cx="457200" cy="4572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440680" y="1234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REST API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Repository, commit, PR and issue data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237744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2514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SQLite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storage and querying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663440" y="237744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46320" y="2560320"/>
            <a:ext cx="457200" cy="4572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4632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440680" y="2514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NumPy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84632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and numerical processing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365760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234440" y="3794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communication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663440" y="365760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846320" y="3840480"/>
            <a:ext cx="457200" cy="4572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8463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5440680" y="3794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4846320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kept in .env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7200" y="493776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008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1234440" y="5074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Plotly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640080" y="5623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and charts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4663440" y="493776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846320" y="5120640"/>
            <a:ext cx="457200" cy="4572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84632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440680" y="5074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4846320" y="5623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control; data and secrets git-ignored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228600"/>
            <a:ext cx="146304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2011680" cy="621792"/>
          </a:xfrm>
          <a:prstGeom prst="roundRect">
            <a:avLst>
              <a:gd name="adj" fmla="val 11765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05156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ingest.py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651760" y="1051560"/>
            <a:ext cx="6035040" cy="621792"/>
          </a:xfrm>
          <a:prstGeom prst="roundRect">
            <a:avLst>
              <a:gd name="adj" fmla="val 11765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788920" y="105156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 API fetch; repository search and popular-repository discovery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7200" y="1801368"/>
            <a:ext cx="2011680" cy="621792"/>
          </a:xfrm>
          <a:prstGeom prst="roundRect">
            <a:avLst>
              <a:gd name="adj" fmla="val 11765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80136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transform.py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651760" y="1801368"/>
            <a:ext cx="6035040" cy="621792"/>
          </a:xfrm>
          <a:prstGeom prst="roundRect">
            <a:avLst>
              <a:gd name="adj" fmla="val 11765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88920" y="1801368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selection, missing-value handling, timestamp conversion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57200" y="2551176"/>
            <a:ext cx="2011680" cy="621792"/>
          </a:xfrm>
          <a:prstGeom prst="roundRect">
            <a:avLst>
              <a:gd name="adj" fmla="val 11765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2551176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load.py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651760" y="2551176"/>
            <a:ext cx="6035040" cy="621792"/>
          </a:xfrm>
          <a:prstGeom prst="roundRect">
            <a:avLst>
              <a:gd name="adj" fmla="val 11765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788920" y="2551176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to SQLite; repository-level refresh keeps other repos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57200" y="3300984"/>
            <a:ext cx="2011680" cy="621792"/>
          </a:xfrm>
          <a:prstGeom prst="roundRect">
            <a:avLst>
              <a:gd name="adj" fmla="val 11765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33009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metrics.py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2651760" y="3300984"/>
            <a:ext cx="6035040" cy="621792"/>
          </a:xfrm>
          <a:prstGeom prst="roundRect">
            <a:avLst>
              <a:gd name="adj" fmla="val 11765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788920" y="3300984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frequency, contributors, PR and issue times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57200" y="4050792"/>
            <a:ext cx="2011680" cy="621792"/>
          </a:xfrm>
          <a:prstGeom prst="roundRect">
            <a:avLst>
              <a:gd name="adj" fmla="val 11765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405079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health.py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2651760" y="4050792"/>
            <a:ext cx="6035040" cy="621792"/>
          </a:xfrm>
          <a:prstGeom prst="roundRect">
            <a:avLst>
              <a:gd name="adj" fmla="val 11765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788920" y="4050792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components into the 0–100 score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57200" y="4800600"/>
            <a:ext cx="2011680" cy="621792"/>
          </a:xfrm>
          <a:prstGeom prst="roundRect">
            <a:avLst>
              <a:gd name="adj" fmla="val 11765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480060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2651760" y="4800600"/>
            <a:ext cx="6035040" cy="621792"/>
          </a:xfrm>
          <a:prstGeom prst="roundRect">
            <a:avLst>
              <a:gd name="adj" fmla="val 11765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788920" y="480060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dashboard: discovery, KPIs, charts, weights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457200" y="5550408"/>
            <a:ext cx="2011680" cy="621792"/>
          </a:xfrm>
          <a:prstGeom prst="roundRect">
            <a:avLst>
              <a:gd name="adj" fmla="val 11765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57200" y="555040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schema.sql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2651760" y="5550408"/>
            <a:ext cx="6035040" cy="621792"/>
          </a:xfrm>
          <a:prstGeom prst="roundRect">
            <a:avLst>
              <a:gd name="adj" fmla="val 11765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788920" y="5550408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definitions for commits, PRs and issues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228600"/>
            <a:ext cx="146304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Quality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365760" y="1097280"/>
            <a:ext cx="4023360" cy="4937760"/>
          </a:xfrm>
          <a:prstGeom prst="roundRect">
            <a:avLst>
              <a:gd name="adj" fmla="val 2273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234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828800"/>
            <a:ext cx="3566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src/ package: one module per ETL stage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Docstrings and clear function names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with architecture, setup and scope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and .gitignore for reproducibility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and local data kept out of version control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weights; missing metrics handled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54880" y="1097280"/>
            <a:ext cx="4023360" cy="4937760"/>
          </a:xfrm>
          <a:prstGeom prst="roundRect">
            <a:avLst>
              <a:gd name="adj" fmla="val 2273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983480" y="1234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Improvements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983480" y="1828800"/>
            <a:ext cx="3566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loading using database watermarks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merge time using merged_at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and rate-limit handling for API and search calls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PRs returned by the issues endpoint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execution logging and scheduled ingestion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for transform and metrics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228600"/>
            <a:ext cx="146304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5669280" y="1097280"/>
            <a:ext cx="3108960" cy="4206240"/>
          </a:xfrm>
          <a:prstGeom prst="roundRect">
            <a:avLst>
              <a:gd name="adj" fmla="val 2941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852160" y="1234440"/>
            <a:ext cx="2743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features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search and popular-repo discovery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with adjustable weights and targets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commit, PR and issue time charts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and recently closed PR / issue counts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Per-repository refresh; all-repository overview</a:t>
            </a:r>
            <a:endParaRPr lang="en-US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5486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35 PRs and 50 issues (requests), 67 PRs and 80 issues (flask) closed in the last 90 days, from the local gitpulse.db.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2026-09-29T07:30:32Z</dcterms:created>
  <dcterms:modified xsi:type="dcterms:W3CDTF">2026-09-29T07:30:32Z</dcterms:modified>
</cp:coreProperties>
</file>